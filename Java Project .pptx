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9" r:id="rId13"/>
    <p:sldId id="26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5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8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0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8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8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0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6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0DD6F-71CC-47D3-B3EE-06A42E3C2C0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5FB1A-F65F-498F-8556-A9A8EB31D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Student Registration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Simple Java </a:t>
            </a:r>
          </a:p>
          <a:p>
            <a:r>
              <a:rPr lang="en-US" dirty="0" smtClean="0"/>
              <a:t>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35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5880" y="256826"/>
            <a:ext cx="7448550" cy="2514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581" y="4395787"/>
            <a:ext cx="5219700" cy="1724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58" y="2197608"/>
            <a:ext cx="4019550" cy="159067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2368296" y="758952"/>
            <a:ext cx="2767584" cy="1798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218688" y="2771426"/>
            <a:ext cx="2496312" cy="19834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78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Login.java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8766" y="2112486"/>
            <a:ext cx="50673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5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Admin Screen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0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AdminMenu.java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9565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Setup\ </a:t>
            </a:r>
            <a:r>
              <a:rPr lang="en-US" dirty="0" smtClean="0">
                <a:solidFill>
                  <a:srgbClr val="FF0000"/>
                </a:solidFill>
              </a:rPr>
              <a:t>AdminStudent.java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618" y="1507808"/>
            <a:ext cx="5279902" cy="48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5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Setup\ </a:t>
            </a:r>
            <a:r>
              <a:rPr lang="en-US" dirty="0" smtClean="0">
                <a:solidFill>
                  <a:srgbClr val="FF0000"/>
                </a:solidFill>
              </a:rPr>
              <a:t>AdminCourse.java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809" y="1690688"/>
            <a:ext cx="59742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2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Setup\ </a:t>
            </a:r>
            <a:r>
              <a:rPr lang="en-US" dirty="0" smtClean="0">
                <a:solidFill>
                  <a:srgbClr val="FF0000"/>
                </a:solidFill>
              </a:rPr>
              <a:t>AdminRegister.java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159" y="1690688"/>
            <a:ext cx="56559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8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Reports/</a:t>
            </a:r>
            <a:r>
              <a:rPr lang="en-US" dirty="0" smtClean="0">
                <a:solidFill>
                  <a:srgbClr val="FF0000"/>
                </a:solidFill>
              </a:rPr>
              <a:t>StudentSearch.java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184" y="1807337"/>
            <a:ext cx="76306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9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Reports \ </a:t>
            </a:r>
            <a:r>
              <a:rPr lang="en-US" dirty="0" smtClean="0">
                <a:solidFill>
                  <a:srgbClr val="FF0000"/>
                </a:solidFill>
              </a:rPr>
              <a:t>SearchStudentEnroll.java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793" y="1763840"/>
            <a:ext cx="75850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5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Admin Screen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98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StudentMenu.java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780" y="1690688"/>
            <a:ext cx="64964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39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/ </a:t>
            </a:r>
            <a:r>
              <a:rPr lang="en-US" dirty="0" smtClean="0">
                <a:solidFill>
                  <a:srgbClr val="FF0000"/>
                </a:solidFill>
              </a:rPr>
              <a:t>StudentProfile.java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3142" y="1825625"/>
            <a:ext cx="64057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53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/ </a:t>
            </a:r>
            <a:r>
              <a:rPr lang="en-US" dirty="0" smtClean="0">
                <a:solidFill>
                  <a:srgbClr val="FF0000"/>
                </a:solidFill>
              </a:rPr>
              <a:t>StudentCourseInfo.java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360" y="1825625"/>
            <a:ext cx="63512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3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Student Registration System</vt:lpstr>
      <vt:lpstr>Tables</vt:lpstr>
      <vt:lpstr>Login.java</vt:lpstr>
      <vt:lpstr>Admin Screen</vt:lpstr>
      <vt:lpstr>AdminMenu.java</vt:lpstr>
      <vt:lpstr>Setup\ AdminStudent.java</vt:lpstr>
      <vt:lpstr>Setup\ AdminCourse.java</vt:lpstr>
      <vt:lpstr>Setup\ AdminRegister.java</vt:lpstr>
      <vt:lpstr>Reports/StudentSearch.java</vt:lpstr>
      <vt:lpstr>Reports \ SearchStudentEnroll.java</vt:lpstr>
      <vt:lpstr>Admin Screen</vt:lpstr>
      <vt:lpstr>StudentMenu.java</vt:lpstr>
      <vt:lpstr>File / StudentProfile.java</vt:lpstr>
      <vt:lpstr>File / StudentCourseInfo.java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Registration System</dc:title>
  <dc:creator>user</dc:creator>
  <cp:lastModifiedBy>user</cp:lastModifiedBy>
  <cp:revision>7</cp:revision>
  <dcterms:created xsi:type="dcterms:W3CDTF">2025-12-13T18:19:14Z</dcterms:created>
  <dcterms:modified xsi:type="dcterms:W3CDTF">2025-12-13T19:10:20Z</dcterms:modified>
</cp:coreProperties>
</file>